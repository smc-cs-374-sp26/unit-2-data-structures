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03"/>
  </p:normalViewPr>
  <p:slideViewPr>
    <p:cSldViewPr snapToGrid="0">
      <p:cViewPr varScale="1">
        <p:scale>
          <a:sx n="88" d="100"/>
          <a:sy n="88" d="100"/>
        </p:scale>
        <p:origin x="17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883B7-25A3-A1E1-DF75-F87CC5C1BD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16769-D151-68CD-D5F1-358305A07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8B41E-BC2B-A13C-92CA-53263F3E1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C61B-8F6D-0B41-BEB8-043A11CC6D3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8D1F7-E5B4-A6C7-723F-C2B0273BF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FA1FD-EDAC-B1F1-14A0-8DE6D52D2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DABA-5C2E-B047-A4A8-A68EE8FEB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477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5AAA4-0D73-5A93-2E17-6BE5F1FA2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B8787-38A0-0F08-6A83-1898208A2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09A8C-FD1D-08A6-CA09-9FB03A562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C61B-8F6D-0B41-BEB8-043A11CC6D3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1379C-8C74-D6AC-DC85-F6DA38AA1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F84FD-0EDF-4082-29C3-5565E1B3D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DABA-5C2E-B047-A4A8-A68EE8FEB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41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8302-94ED-5A0B-6C57-5ED6AD458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2C737-A658-027E-441C-7A95110C9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ED7F3-79CF-8E3A-D4A0-B8713193D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C61B-8F6D-0B41-BEB8-043A11CC6D3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E14D7-8454-E872-A08B-0A24D5C04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3109F-AC67-C4CC-58D7-703DA73B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DABA-5C2E-B047-A4A8-A68EE8FEB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97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30D7F-CF49-60DA-7328-63C6DC694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7720D-6C03-864E-E9F0-367A42422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30D68-6155-BF0E-11EC-3738555B3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D90E5-1D30-2E33-7985-D8281BA54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C61B-8F6D-0B41-BEB8-043A11CC6D3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DB063-B102-B66E-F36A-5746A6E32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B9C04-4954-3A9D-C3D3-34E8FBA8A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DABA-5C2E-B047-A4A8-A68EE8FEB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29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2629-B5DC-37C6-ED94-8E104ACD3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8ABC7-0136-880E-71D3-84DCD327B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6244D-154F-7AAD-772C-3B6306E04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003937-EBD0-0334-FAC9-B65B3CA17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CDF9EF-07A9-B604-A2CE-1FC181D1E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60AA5A-28F0-3C2F-FCDC-C08C3AE0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C61B-8F6D-0B41-BEB8-043A11CC6D3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0CB611-E00D-EF4C-B3DA-2B2436DD0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8DD4FA-A6B5-E87C-17DF-7B1543569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DABA-5C2E-B047-A4A8-A68EE8FEB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627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57C76-0793-E540-3146-0565FDAB3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1F1B0-A3C0-F601-4090-C775A423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C61B-8F6D-0B41-BEB8-043A11CC6D3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4196B-547C-A566-5B9E-6F97E1E0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43A50-02E3-CBC9-6AEB-FC934203E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DABA-5C2E-B047-A4A8-A68EE8FEB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02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538772-D65D-3BAD-8666-F98972ED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C61B-8F6D-0B41-BEB8-043A11CC6D3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AD414A-FF12-381F-3BF3-B5F9CA267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3F969-FE6B-7EC6-B22B-CD9837A95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DABA-5C2E-B047-A4A8-A68EE8FEB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CF478-AF79-2976-9619-E7D1B6788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1A31F-AB50-319F-07DB-BCB197631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3D064-0523-3E85-F002-AD70BB5C7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1C1FA-56A4-2C65-B838-480C67FF6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C61B-8F6D-0B41-BEB8-043A11CC6D3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2F412-461E-D6C4-0D52-FB56458E9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B010A-C332-9702-52A3-C60739D66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DABA-5C2E-B047-A4A8-A68EE8FEB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85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95B7-181C-1C56-FF43-6C2AD9DD7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4111AB-4199-87D9-1356-249D396288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63250-B6AE-14CE-DB5C-412F782B0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0791F-B4F0-54D6-D693-872C1FE6A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C61B-8F6D-0B41-BEB8-043A11CC6D3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891EE-6FFF-19A1-2569-839DF9ABA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D95A6-A668-F871-CEE8-F523CE3D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DABA-5C2E-B047-A4A8-A68EE8FEB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956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A41CE-4F86-4023-9AAC-7DC3DDAD9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8DD72D-CF7E-A5B9-21EA-03CA26432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08DF8-42BF-5ED0-F81D-04EF51C83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C61B-8F6D-0B41-BEB8-043A11CC6D3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73857-3F15-84D0-C50D-0428F2D2C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22C18-A5A8-0DE5-7570-6A4A41152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DABA-5C2E-B047-A4A8-A68EE8FEB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6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B2D374-A274-A478-B364-DA96FD885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B7CDE8-A7C8-7341-3CD5-7FEEC568F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83CDB-F27C-65C4-C45E-308D5B275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C61B-8F6D-0B41-BEB8-043A11CC6D3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01E94-1A2C-EE36-6730-EA677FC61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252B4-AF10-9119-1D6B-5F92D5806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DABA-5C2E-B047-A4A8-A68EE8FEB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3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7CBE13-9564-A8B2-5C93-4ED199156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D59D0-0F0E-1BBD-851B-EFE9B6BAD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53A40-40E0-99C2-819A-70967781D2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EC61B-8F6D-0B41-BEB8-043A11CC6D3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57F16-3DC3-029B-1BF9-2AC92CA48F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089FC-3B59-618D-CDD3-2BEE2BDE0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8DDABA-5C2E-B047-A4A8-A68EE8FEB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18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A427D-FE0F-2DE5-F330-D0E123237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7BB0E6-4BFF-63EC-46CF-4B52EA9E3E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 374</a:t>
            </a:r>
          </a:p>
        </p:txBody>
      </p:sp>
    </p:spTree>
    <p:extLst>
      <p:ext uri="{BB962C8B-B14F-4D97-AF65-F5344CB8AC3E}">
        <p14:creationId xmlns:p14="http://schemas.microsoft.com/office/powerpoint/2010/main" val="2024956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AA3E-83DE-7C3C-C2E6-6A805FBE5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741D1-9441-3B93-3628-38BDC1550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30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B20B54-1C36-A4C4-B4B5-F6D7102CC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 this point, slides are work-in-progress (will be updated)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F121E-873C-EFB7-36AB-C9EA5040A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26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16</Words>
  <Application>Microsoft Macintosh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Data Structures</vt:lpstr>
      <vt:lpstr>PowerPoint Presentation</vt:lpstr>
      <vt:lpstr>Past this point, slides are work-in-progress (will be updated)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R Roscoe</dc:creator>
  <cp:lastModifiedBy>Sarah R Roscoe</cp:lastModifiedBy>
  <cp:revision>1</cp:revision>
  <dcterms:created xsi:type="dcterms:W3CDTF">2026-02-16T22:58:26Z</dcterms:created>
  <dcterms:modified xsi:type="dcterms:W3CDTF">2026-02-17T00:18:07Z</dcterms:modified>
</cp:coreProperties>
</file>