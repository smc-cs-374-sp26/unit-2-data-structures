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5" r:id="rId3"/>
    <p:sldId id="316" r:id="rId4"/>
    <p:sldId id="314" r:id="rId5"/>
    <p:sldId id="315" r:id="rId6"/>
    <p:sldId id="318" r:id="rId7"/>
    <p:sldId id="319" r:id="rId8"/>
    <p:sldId id="317" r:id="rId9"/>
    <p:sldId id="322" r:id="rId10"/>
    <p:sldId id="323" r:id="rId11"/>
    <p:sldId id="320" r:id="rId12"/>
    <p:sldId id="32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03"/>
  </p:normalViewPr>
  <p:slideViewPr>
    <p:cSldViewPr snapToGrid="0">
      <p:cViewPr varScale="1">
        <p:scale>
          <a:sx n="88" d="100"/>
          <a:sy n="88" d="100"/>
        </p:scale>
        <p:origin x="17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2E4B-23D5-7B6A-EFF4-5C09E6120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69E74-CFD4-7D38-EC0A-BC97514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EB26D-DBD7-D87C-B6FD-AA8A12BB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EB90-8AB9-F5BE-8DC6-53ADB93D9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C940ED-2393-A54C-211D-55695ABB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221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B4E6B-538A-6FCD-A941-000560DC7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75702-AB7D-5419-E2BD-AFAB68C32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D1D40-76D4-6830-33D5-10D0DA8C3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8959F5-C33C-26B4-90E4-8E69965D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A487B-311A-8BF5-148E-103B32D44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08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AF24F-D78F-90C4-F019-9B38D297F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60AC6B-F0C3-0F09-D899-D92F43444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BD076-8263-400A-C908-937693CC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9D176-B508-5A4D-FD0A-453426E36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281D6-C5CB-AD33-E006-1E7B2B61A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92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692-F537-6411-45CE-170B383B8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A0B35-B4D8-7116-0655-2E0BCCBA38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64AFF-D704-74B6-DAD5-3C16AFF5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38A67-849F-6425-5F8E-9E3B5CCA4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B541A-89E7-2C9B-69A1-3EE0575EE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C7A01-B246-A9F4-14E3-5C690965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34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FD58C-8B93-9833-8C30-06C005A5E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02461-0A24-92A1-5B98-347AF8DCD5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52C4C6-C5CC-D604-BC45-EC7930DB3B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B3D654-F7A1-D7D5-D64F-398EBC7EF9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00557A-69EB-DD47-1CB9-37A7E5574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E4FDCE-0960-4D06-F77A-A6A353872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5C029E-DB6E-68A6-D215-E31DF56C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61D4E7-5129-A74A-6465-7745E044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99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D1D7-FE50-260D-E229-78C653E0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A43F8B-A1C8-1433-B2C1-98C3364BD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808EA-1E10-CA28-B1B2-C9FB0C4D2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7F4E1-F1B8-B217-B648-765A91502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51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F04FFC-9E5B-D3B9-CDF0-8E34F86B5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3BC12-ECED-BD18-401D-C4DF08524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FD99E-0E59-AC8B-F204-E0AC60D33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29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FB020-551B-D609-5259-70FD7F09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376E3-B096-C5C9-D71B-31652839D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86854-BC97-126D-0505-9E9362B2B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3E15A-7B35-DA66-7DF7-F359398AC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03A5A-5782-82B3-82E1-3DD647C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D0F36-FD0B-9C44-6E98-2D40EACE0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7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FD28C-5B98-4843-6A94-3822C732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7D04AA-1BD5-FE43-5E9D-B05810195B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E0ED7-4FC1-E0D1-9549-F2DAF9846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B7C2C-E59E-D0EB-8130-1D0BAB416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A632C-71EF-85B1-D389-BA04E8908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3EF776-E9D6-AD9C-7C8C-49FD9A9D0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150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14C6-3445-6823-05C8-C7F167754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7C4ECE-3B90-651F-DF0F-FB70D03B90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7130D-E483-35A1-A233-91A062A33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517B26-B72D-598E-209C-740FF8310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0BC60F-5537-5E6A-90F3-2451058D8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69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11063D-5993-C1DE-870A-4A160558F6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6BA45F-D980-05B1-514A-ECDBB6F878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0E3B-6060-DAC3-52A6-017B3B6B6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AF864-05E7-F894-37AC-33FB2D821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9A8CB-41E5-6368-4806-88E9733E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19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26EEA7-1210-B182-4958-EE51877B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AFB0D-B4BE-6F3C-6FC1-896623A01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26375-A5F1-447D-1B91-122D3EF03E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EE7D20-2DA8-734D-A950-8DD41E3ED5D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15A2-BE4B-3116-A23B-E24129878D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8EA46-275D-9EA9-A0C4-54D9F4C5C9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84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95E61-E30A-1442-966D-6EFE4898D0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Structures, In Detail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C643E-B7AA-A92D-EC1B-2D104F9E6A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362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0514-6176-3A3B-FA0D-CF217F579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Hashing/Dictionaries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6AE7-88CF-6005-39DF-F3F9B4FFB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032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698B5-AAD9-A936-AF04-2423F1DEA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175A9-AA95-5552-9713-4CE962D4D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633AE-8559-D3A9-2F20-0297EED60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2" descr="Hashing Algorithms. The functions that empower and protect… | by SHREYANSH  SAXENA | Nybles | Medium">
            <a:extLst>
              <a:ext uri="{FF2B5EF4-FFF2-40B4-BE49-F238E27FC236}">
                <a16:creationId xmlns:a16="http://schemas.microsoft.com/office/drawing/2014/main" id="{3EC0BFF8-FA23-7423-F207-7ED78FF4E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997" y="1495165"/>
            <a:ext cx="7710006" cy="3867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269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1DE96-C452-C735-4955-E15795C00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95DEC-F70C-3320-80EB-E49DD4290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i="1" dirty="0"/>
              <a:t>hash</a:t>
            </a:r>
            <a:r>
              <a:rPr lang="en-US" dirty="0"/>
              <a:t> is a function that maps keys to an integer.</a:t>
            </a:r>
          </a:p>
          <a:p>
            <a:r>
              <a:rPr lang="en-US" dirty="0"/>
              <a:t>Used in dictionaries, etc. to help you find it</a:t>
            </a:r>
          </a:p>
          <a:p>
            <a:r>
              <a:rPr lang="en-US" dirty="0"/>
              <a:t> Also used for cryptography</a:t>
            </a:r>
          </a:p>
          <a:p>
            <a:endParaRPr lang="en-US" dirty="0"/>
          </a:p>
          <a:p>
            <a:r>
              <a:rPr lang="en-US" dirty="0"/>
              <a:t>Have a function, then mod by m to stick it into spot m in the structure</a:t>
            </a:r>
          </a:p>
          <a:p>
            <a:endParaRPr lang="en-US" dirty="0"/>
          </a:p>
          <a:p>
            <a:r>
              <a:rPr lang="en-US" dirty="0"/>
              <a:t>Collisions are an issue – what if two things have same hash?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0371E-0619-A9CE-1FA9-5A68D8615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22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66D2D-162D-7E6D-EEEA-6029DC46E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CCC3D-F651-AD04-18C4-2CF0E7DC1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F0D54-67FF-A6B1-75E4-AC4FD96F4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5</a:t>
            </a:fld>
            <a:endParaRPr lang="en-US"/>
          </a:p>
        </p:txBody>
      </p:sp>
      <p:pic>
        <p:nvPicPr>
          <p:cNvPr id="38914" name="Picture 2" descr="undefined">
            <a:extLst>
              <a:ext uri="{FF2B5EF4-FFF2-40B4-BE49-F238E27FC236}">
                <a16:creationId xmlns:a16="http://schemas.microsoft.com/office/drawing/2014/main" id="{FB37B490-8D8E-6F3A-93E9-E2BCE56E1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425" y="0"/>
            <a:ext cx="8945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9828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908D6-B5DC-A374-A533-C1D8908F2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85BA9-BAE3-D5D5-892B-87DCF5411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18B09-1BA9-E049-A602-C6D3FE05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6</a:t>
            </a:fld>
            <a:endParaRPr lang="en-US"/>
          </a:p>
        </p:txBody>
      </p:sp>
      <p:pic>
        <p:nvPicPr>
          <p:cNvPr id="41986" name="Picture 2">
            <a:extLst>
              <a:ext uri="{FF2B5EF4-FFF2-40B4-BE49-F238E27FC236}">
                <a16:creationId xmlns:a16="http://schemas.microsoft.com/office/drawing/2014/main" id="{CE6FEB9A-C2B4-947A-BF42-698FCE9CD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82763"/>
            <a:ext cx="12192000" cy="329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9680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2A118-9C9C-00AE-3A30-DF8131E28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DBF3B-AEF9-5C2A-0E29-740A51152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2D36F-B7E1-EB3C-97CF-CFCD74D85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7</a:t>
            </a:fld>
            <a:endParaRPr lang="en-US"/>
          </a:p>
        </p:txBody>
      </p:sp>
      <p:pic>
        <p:nvPicPr>
          <p:cNvPr id="43010" name="Picture 2" descr="Open Addressing: Handling collision in hashing">
            <a:extLst>
              <a:ext uri="{FF2B5EF4-FFF2-40B4-BE49-F238E27FC236}">
                <a16:creationId xmlns:a16="http://schemas.microsoft.com/office/drawing/2014/main" id="{8B7A9390-AFB1-DBE2-E0B3-441DDB124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811" y="1323609"/>
            <a:ext cx="11110377" cy="4210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080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06C93-BCAF-52DA-9A0E-487FD94DD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588D9-1EF4-CD4C-2D82-F4D5C2FA4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8</a:t>
            </a:fld>
            <a:endParaRPr lang="en-US"/>
          </a:p>
        </p:txBody>
      </p:sp>
      <p:pic>
        <p:nvPicPr>
          <p:cNvPr id="40962" name="Picture 2">
            <a:extLst>
              <a:ext uri="{FF2B5EF4-FFF2-40B4-BE49-F238E27FC236}">
                <a16:creationId xmlns:a16="http://schemas.microsoft.com/office/drawing/2014/main" id="{B75E7F88-B49E-42C7-DAA6-BE38DA676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2243"/>
            <a:ext cx="12192000" cy="6513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EEAC59-7183-98DF-66A0-3229C21C4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Chaining</a:t>
            </a:r>
          </a:p>
        </p:txBody>
      </p:sp>
    </p:spTree>
    <p:extLst>
      <p:ext uri="{BB962C8B-B14F-4D97-AF65-F5344CB8AC3E}">
        <p14:creationId xmlns:p14="http://schemas.microsoft.com/office/powerpoint/2010/main" val="1797612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65394-68B9-1DCC-859C-FFB0175D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many things are in there?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02EA3-8FA4-B24E-9DC6-580D4C674C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/>
                  <a:t>Hash table </a:t>
                </a:r>
                <a:r>
                  <a:rPr lang="en-US" dirty="0"/>
                  <a:t>has fixed size </a:t>
                </a:r>
              </a:p>
              <a:p>
                <a:pPr lvl="1"/>
                <a:r>
                  <a:rPr lang="en-US" dirty="0"/>
                  <a:t>Like if implemented with arrays</a:t>
                </a:r>
              </a:p>
              <a:p>
                <a:r>
                  <a:rPr lang="en-US" dirty="0"/>
                  <a:t>So, need to keep track of "how full" it is</a:t>
                </a:r>
              </a:p>
              <a:p>
                <a:r>
                  <a:rPr lang="en-US" dirty="0"/>
                  <a:t>Load factor: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 = size of data (num. entries)</a:t>
                </a:r>
              </a:p>
              <a:p>
                <a:pPr lvl="1"/>
                <a:r>
                  <a:rPr lang="en-US" dirty="0"/>
                  <a:t>m = number of buckets (capacity)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02EA3-8FA4-B24E-9DC6-580D4C674C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EEBDC-CCFD-92A1-9D52-A4D5632B8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11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80030-AC9C-92A7-2ADC-D1FA4F289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B10CD-54D5-47C8-20A5-1282E52D69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You decide how full you want it to get </a:t>
                </a:r>
              </a:p>
              <a:p>
                <a:pPr lvl="1"/>
                <a:r>
                  <a:rPr lang="en-US" sz="2800" dirty="0"/>
                  <a:t>Set some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800" dirty="0">
                    <a:effectLst/>
                  </a:rPr>
                  <a:t> </a:t>
                </a:r>
              </a:p>
              <a:p>
                <a:r>
                  <a:rPr lang="en-US" dirty="0"/>
                  <a:t>Resize/rehash when it gets too big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effectLst/>
                  </a:rPr>
                  <a:t> ), or when gets too small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effectLst/>
                  </a:rPr>
                  <a:t>/4 ??)</a:t>
                </a:r>
              </a:p>
              <a:p>
                <a:r>
                  <a:rPr lang="en-US" dirty="0"/>
                  <a:t>Also may depend on method of collision resolution</a:t>
                </a:r>
                <a:r>
                  <a:rPr lang="en-US" dirty="0">
                    <a:effectLst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B10CD-54D5-47C8-20A5-1282E52D69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793DE-B029-B5EF-E10C-7EC2B296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335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A04F4-8310-7708-3584-47DE691D1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8C609-B7DB-5EBF-5AB7-43167F604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F880C-D12F-5E19-7CAB-59485782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11</a:t>
            </a:fld>
            <a:endParaRPr lang="en-US"/>
          </a:p>
        </p:txBody>
      </p:sp>
      <p:pic>
        <p:nvPicPr>
          <p:cNvPr id="44034" name="Picture 2">
            <a:extLst>
              <a:ext uri="{FF2B5EF4-FFF2-40B4-BE49-F238E27FC236}">
                <a16:creationId xmlns:a16="http://schemas.microsoft.com/office/drawing/2014/main" id="{0470DCD9-22F5-43B0-C6F0-779308489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115" y="1540289"/>
            <a:ext cx="10169769" cy="492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704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B13D4F-4B54-2CFD-45CE-D820434D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These slides </a:t>
            </a:r>
            <a:r>
              <a:rPr lang="en-US"/>
              <a:t>are work-in-progress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CBB95-B5A0-4E31-8197-E2631EE1C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472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1037</TotalTime>
  <Words>183</Words>
  <Application>Microsoft Macintosh PowerPoint</Application>
  <PresentationFormat>Widescreen</PresentationFormat>
  <Paragraphs>35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Office Theme</vt:lpstr>
      <vt:lpstr>Data Structures, In Detail</vt:lpstr>
      <vt:lpstr>Hashing/Dictionaries</vt:lpstr>
      <vt:lpstr>PowerPoint Presentation</vt:lpstr>
      <vt:lpstr>Hashing</vt:lpstr>
      <vt:lpstr>PowerPoint Presentation</vt:lpstr>
      <vt:lpstr>PowerPoint Presentation</vt:lpstr>
      <vt:lpstr>Linear Probing</vt:lpstr>
      <vt:lpstr>Chaining</vt:lpstr>
      <vt:lpstr>How many things are in there?</vt:lpstr>
      <vt:lpstr>Load factor</vt:lpstr>
      <vt:lpstr>Hash Table Operations</vt:lpstr>
      <vt:lpstr>These slides are work-in-progress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 Roscoe</dc:creator>
  <cp:lastModifiedBy>Sarah R Roscoe</cp:lastModifiedBy>
  <cp:revision>2</cp:revision>
  <dcterms:created xsi:type="dcterms:W3CDTF">2026-02-18T23:52:25Z</dcterms:created>
  <dcterms:modified xsi:type="dcterms:W3CDTF">2026-02-19T17:10:09Z</dcterms:modified>
</cp:coreProperties>
</file>